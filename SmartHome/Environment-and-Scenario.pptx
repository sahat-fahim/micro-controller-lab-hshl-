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DC346-34CB-4494-85D5-ED6C2AF2B9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LID4096"/>
          </a:p>
        </p:txBody>
      </p:sp>
      <p:sp>
        <p:nvSpPr>
          <p:cNvPr id="3" name="Subtitle 2">
            <a:extLst>
              <a:ext uri="{FF2B5EF4-FFF2-40B4-BE49-F238E27FC236}">
                <a16:creationId xmlns:a16="http://schemas.microsoft.com/office/drawing/2014/main" id="{BCEBA925-F8D1-4B91-8EF1-A1A31ABED1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LID4096"/>
          </a:p>
        </p:txBody>
      </p:sp>
      <p:sp>
        <p:nvSpPr>
          <p:cNvPr id="4" name="Date Placeholder 3">
            <a:extLst>
              <a:ext uri="{FF2B5EF4-FFF2-40B4-BE49-F238E27FC236}">
                <a16:creationId xmlns:a16="http://schemas.microsoft.com/office/drawing/2014/main" id="{5D2F8429-3C97-46E8-A627-51F51749B712}"/>
              </a:ext>
            </a:extLst>
          </p:cNvPr>
          <p:cNvSpPr>
            <a:spLocks noGrp="1"/>
          </p:cNvSpPr>
          <p:nvPr>
            <p:ph type="dt" sz="half" idx="10"/>
          </p:nvPr>
        </p:nvSpPr>
        <p:spPr/>
        <p:txBody>
          <a:bodyPr/>
          <a:lstStyle/>
          <a:p>
            <a:fld id="{796C5FA9-EC9A-4873-B2C9-D96DF885F606}" type="datetimeFigureOut">
              <a:rPr lang="LID4096" smtClean="0"/>
              <a:t>12/02/2020</a:t>
            </a:fld>
            <a:endParaRPr lang="LID4096"/>
          </a:p>
        </p:txBody>
      </p:sp>
      <p:sp>
        <p:nvSpPr>
          <p:cNvPr id="5" name="Footer Placeholder 4">
            <a:extLst>
              <a:ext uri="{FF2B5EF4-FFF2-40B4-BE49-F238E27FC236}">
                <a16:creationId xmlns:a16="http://schemas.microsoft.com/office/drawing/2014/main" id="{AE360CA2-D15A-4844-8BA8-4CB160EC8109}"/>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641AB5D3-076A-4716-A288-2F285A701053}"/>
              </a:ext>
            </a:extLst>
          </p:cNvPr>
          <p:cNvSpPr>
            <a:spLocks noGrp="1"/>
          </p:cNvSpPr>
          <p:nvPr>
            <p:ph type="sldNum" sz="quarter" idx="12"/>
          </p:nvPr>
        </p:nvSpPr>
        <p:spPr/>
        <p:txBody>
          <a:bodyPr/>
          <a:lstStyle/>
          <a:p>
            <a:fld id="{79E1E05C-9CF1-4E35-A5E9-26A13F09960D}" type="slidenum">
              <a:rPr lang="LID4096" smtClean="0"/>
              <a:t>‹#›</a:t>
            </a:fld>
            <a:endParaRPr lang="LID4096"/>
          </a:p>
        </p:txBody>
      </p:sp>
    </p:spTree>
    <p:extLst>
      <p:ext uri="{BB962C8B-B14F-4D97-AF65-F5344CB8AC3E}">
        <p14:creationId xmlns:p14="http://schemas.microsoft.com/office/powerpoint/2010/main" val="19450897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A97C2-7202-4F05-8ACB-7917BC63A65F}"/>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17AB9859-5A37-4C18-AD8F-1C6D023270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292C1501-5B32-4C5B-9D54-FE69A92E89D4}"/>
              </a:ext>
            </a:extLst>
          </p:cNvPr>
          <p:cNvSpPr>
            <a:spLocks noGrp="1"/>
          </p:cNvSpPr>
          <p:nvPr>
            <p:ph type="dt" sz="half" idx="10"/>
          </p:nvPr>
        </p:nvSpPr>
        <p:spPr/>
        <p:txBody>
          <a:bodyPr/>
          <a:lstStyle/>
          <a:p>
            <a:fld id="{796C5FA9-EC9A-4873-B2C9-D96DF885F606}" type="datetimeFigureOut">
              <a:rPr lang="LID4096" smtClean="0"/>
              <a:t>12/02/2020</a:t>
            </a:fld>
            <a:endParaRPr lang="LID4096"/>
          </a:p>
        </p:txBody>
      </p:sp>
      <p:sp>
        <p:nvSpPr>
          <p:cNvPr id="5" name="Footer Placeholder 4">
            <a:extLst>
              <a:ext uri="{FF2B5EF4-FFF2-40B4-BE49-F238E27FC236}">
                <a16:creationId xmlns:a16="http://schemas.microsoft.com/office/drawing/2014/main" id="{84FC463F-69E5-41E8-BC82-32EED9092630}"/>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84155289-7988-4213-B66C-20BB28812281}"/>
              </a:ext>
            </a:extLst>
          </p:cNvPr>
          <p:cNvSpPr>
            <a:spLocks noGrp="1"/>
          </p:cNvSpPr>
          <p:nvPr>
            <p:ph type="sldNum" sz="quarter" idx="12"/>
          </p:nvPr>
        </p:nvSpPr>
        <p:spPr/>
        <p:txBody>
          <a:bodyPr/>
          <a:lstStyle/>
          <a:p>
            <a:fld id="{79E1E05C-9CF1-4E35-A5E9-26A13F09960D}" type="slidenum">
              <a:rPr lang="LID4096" smtClean="0"/>
              <a:t>‹#›</a:t>
            </a:fld>
            <a:endParaRPr lang="LID4096"/>
          </a:p>
        </p:txBody>
      </p:sp>
    </p:spTree>
    <p:extLst>
      <p:ext uri="{BB962C8B-B14F-4D97-AF65-F5344CB8AC3E}">
        <p14:creationId xmlns:p14="http://schemas.microsoft.com/office/powerpoint/2010/main" val="249058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A2B72-8F68-4B76-802C-9AFC67ECC6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LID4096"/>
          </a:p>
        </p:txBody>
      </p:sp>
      <p:sp>
        <p:nvSpPr>
          <p:cNvPr id="3" name="Text Placeholder 2">
            <a:extLst>
              <a:ext uri="{FF2B5EF4-FFF2-40B4-BE49-F238E27FC236}">
                <a16:creationId xmlns:a16="http://schemas.microsoft.com/office/drawing/2014/main" id="{968F116B-8D76-4664-9D21-ED2CB7614D2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FC24CED-9B86-47BE-BE83-1F9F13A4FA45}"/>
              </a:ext>
            </a:extLst>
          </p:cNvPr>
          <p:cNvSpPr>
            <a:spLocks noGrp="1"/>
          </p:cNvSpPr>
          <p:nvPr>
            <p:ph type="dt" sz="half" idx="10"/>
          </p:nvPr>
        </p:nvSpPr>
        <p:spPr/>
        <p:txBody>
          <a:bodyPr/>
          <a:lstStyle/>
          <a:p>
            <a:fld id="{796C5FA9-EC9A-4873-B2C9-D96DF885F606}" type="datetimeFigureOut">
              <a:rPr lang="LID4096" smtClean="0"/>
              <a:t>12/02/2020</a:t>
            </a:fld>
            <a:endParaRPr lang="LID4096"/>
          </a:p>
        </p:txBody>
      </p:sp>
      <p:sp>
        <p:nvSpPr>
          <p:cNvPr id="5" name="Footer Placeholder 4">
            <a:extLst>
              <a:ext uri="{FF2B5EF4-FFF2-40B4-BE49-F238E27FC236}">
                <a16:creationId xmlns:a16="http://schemas.microsoft.com/office/drawing/2014/main" id="{99EDC9A8-DE35-4771-A08A-40C35F99D5FF}"/>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DAFC0CB8-D7F0-478D-8719-C4BC50055121}"/>
              </a:ext>
            </a:extLst>
          </p:cNvPr>
          <p:cNvSpPr>
            <a:spLocks noGrp="1"/>
          </p:cNvSpPr>
          <p:nvPr>
            <p:ph type="sldNum" sz="quarter" idx="12"/>
          </p:nvPr>
        </p:nvSpPr>
        <p:spPr/>
        <p:txBody>
          <a:bodyPr/>
          <a:lstStyle/>
          <a:p>
            <a:fld id="{79E1E05C-9CF1-4E35-A5E9-26A13F09960D}" type="slidenum">
              <a:rPr lang="LID4096" smtClean="0"/>
              <a:t>‹#›</a:t>
            </a:fld>
            <a:endParaRPr lang="LID4096"/>
          </a:p>
        </p:txBody>
      </p:sp>
    </p:spTree>
    <p:extLst>
      <p:ext uri="{BB962C8B-B14F-4D97-AF65-F5344CB8AC3E}">
        <p14:creationId xmlns:p14="http://schemas.microsoft.com/office/powerpoint/2010/main" val="27497664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0FBBD-C058-4D47-8226-01F8CEFEC2DD}"/>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EC00479F-64D5-46B9-B685-55645E4553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Content Placeholder 3">
            <a:extLst>
              <a:ext uri="{FF2B5EF4-FFF2-40B4-BE49-F238E27FC236}">
                <a16:creationId xmlns:a16="http://schemas.microsoft.com/office/drawing/2014/main" id="{9239A923-2EC1-47C4-BB4D-62ADD54901E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Date Placeholder 4">
            <a:extLst>
              <a:ext uri="{FF2B5EF4-FFF2-40B4-BE49-F238E27FC236}">
                <a16:creationId xmlns:a16="http://schemas.microsoft.com/office/drawing/2014/main" id="{32C80C8E-F54F-461F-8A40-511779084F7E}"/>
              </a:ext>
            </a:extLst>
          </p:cNvPr>
          <p:cNvSpPr>
            <a:spLocks noGrp="1"/>
          </p:cNvSpPr>
          <p:nvPr>
            <p:ph type="dt" sz="half" idx="10"/>
          </p:nvPr>
        </p:nvSpPr>
        <p:spPr/>
        <p:txBody>
          <a:bodyPr/>
          <a:lstStyle/>
          <a:p>
            <a:fld id="{796C5FA9-EC9A-4873-B2C9-D96DF885F606}" type="datetimeFigureOut">
              <a:rPr lang="LID4096" smtClean="0"/>
              <a:t>12/02/2020</a:t>
            </a:fld>
            <a:endParaRPr lang="LID4096"/>
          </a:p>
        </p:txBody>
      </p:sp>
      <p:sp>
        <p:nvSpPr>
          <p:cNvPr id="6" name="Footer Placeholder 5">
            <a:extLst>
              <a:ext uri="{FF2B5EF4-FFF2-40B4-BE49-F238E27FC236}">
                <a16:creationId xmlns:a16="http://schemas.microsoft.com/office/drawing/2014/main" id="{C835FDD8-7897-4FAE-9E63-2725D9BAA6E2}"/>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36B221BE-BDF8-403E-834D-7E19B8FC3D64}"/>
              </a:ext>
            </a:extLst>
          </p:cNvPr>
          <p:cNvSpPr>
            <a:spLocks noGrp="1"/>
          </p:cNvSpPr>
          <p:nvPr>
            <p:ph type="sldNum" sz="quarter" idx="12"/>
          </p:nvPr>
        </p:nvSpPr>
        <p:spPr/>
        <p:txBody>
          <a:bodyPr/>
          <a:lstStyle/>
          <a:p>
            <a:fld id="{79E1E05C-9CF1-4E35-A5E9-26A13F09960D}" type="slidenum">
              <a:rPr lang="LID4096" smtClean="0"/>
              <a:t>‹#›</a:t>
            </a:fld>
            <a:endParaRPr lang="LID4096"/>
          </a:p>
        </p:txBody>
      </p:sp>
    </p:spTree>
    <p:extLst>
      <p:ext uri="{BB962C8B-B14F-4D97-AF65-F5344CB8AC3E}">
        <p14:creationId xmlns:p14="http://schemas.microsoft.com/office/powerpoint/2010/main" val="23159850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38C30-88F3-4945-98A6-BCF28D0552B8}"/>
              </a:ext>
            </a:extLst>
          </p:cNvPr>
          <p:cNvSpPr>
            <a:spLocks noGrp="1"/>
          </p:cNvSpPr>
          <p:nvPr>
            <p:ph type="title"/>
          </p:nvPr>
        </p:nvSpPr>
        <p:spPr>
          <a:xfrm>
            <a:off x="839788" y="365125"/>
            <a:ext cx="10515600" cy="1325563"/>
          </a:xfrm>
        </p:spPr>
        <p:txBody>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34B855C9-0329-4DF8-995C-E04D8918C3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6BF3255-9EE0-4FAC-ADF9-FDBC0F0D74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Text Placeholder 4">
            <a:extLst>
              <a:ext uri="{FF2B5EF4-FFF2-40B4-BE49-F238E27FC236}">
                <a16:creationId xmlns:a16="http://schemas.microsoft.com/office/drawing/2014/main" id="{C24DC5AD-F25C-410C-B6F3-4B7001C235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A04AA0-558D-4BC8-94A4-889D0E874FB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7" name="Date Placeholder 6">
            <a:extLst>
              <a:ext uri="{FF2B5EF4-FFF2-40B4-BE49-F238E27FC236}">
                <a16:creationId xmlns:a16="http://schemas.microsoft.com/office/drawing/2014/main" id="{23708836-C252-4907-8C96-B87D0F311FCD}"/>
              </a:ext>
            </a:extLst>
          </p:cNvPr>
          <p:cNvSpPr>
            <a:spLocks noGrp="1"/>
          </p:cNvSpPr>
          <p:nvPr>
            <p:ph type="dt" sz="half" idx="10"/>
          </p:nvPr>
        </p:nvSpPr>
        <p:spPr/>
        <p:txBody>
          <a:bodyPr/>
          <a:lstStyle/>
          <a:p>
            <a:fld id="{796C5FA9-EC9A-4873-B2C9-D96DF885F606}" type="datetimeFigureOut">
              <a:rPr lang="LID4096" smtClean="0"/>
              <a:t>12/02/2020</a:t>
            </a:fld>
            <a:endParaRPr lang="LID4096"/>
          </a:p>
        </p:txBody>
      </p:sp>
      <p:sp>
        <p:nvSpPr>
          <p:cNvPr id="8" name="Footer Placeholder 7">
            <a:extLst>
              <a:ext uri="{FF2B5EF4-FFF2-40B4-BE49-F238E27FC236}">
                <a16:creationId xmlns:a16="http://schemas.microsoft.com/office/drawing/2014/main" id="{DC605F7F-6D7C-4A10-B6A4-C5591A79962E}"/>
              </a:ext>
            </a:extLst>
          </p:cNvPr>
          <p:cNvSpPr>
            <a:spLocks noGrp="1"/>
          </p:cNvSpPr>
          <p:nvPr>
            <p:ph type="ftr" sz="quarter" idx="11"/>
          </p:nvPr>
        </p:nvSpPr>
        <p:spPr/>
        <p:txBody>
          <a:bodyPr/>
          <a:lstStyle/>
          <a:p>
            <a:endParaRPr lang="LID4096"/>
          </a:p>
        </p:txBody>
      </p:sp>
      <p:sp>
        <p:nvSpPr>
          <p:cNvPr id="9" name="Slide Number Placeholder 8">
            <a:extLst>
              <a:ext uri="{FF2B5EF4-FFF2-40B4-BE49-F238E27FC236}">
                <a16:creationId xmlns:a16="http://schemas.microsoft.com/office/drawing/2014/main" id="{848B3A97-A211-4630-A400-68755BD45EE9}"/>
              </a:ext>
            </a:extLst>
          </p:cNvPr>
          <p:cNvSpPr>
            <a:spLocks noGrp="1"/>
          </p:cNvSpPr>
          <p:nvPr>
            <p:ph type="sldNum" sz="quarter" idx="12"/>
          </p:nvPr>
        </p:nvSpPr>
        <p:spPr/>
        <p:txBody>
          <a:bodyPr/>
          <a:lstStyle/>
          <a:p>
            <a:fld id="{79E1E05C-9CF1-4E35-A5E9-26A13F09960D}" type="slidenum">
              <a:rPr lang="LID4096" smtClean="0"/>
              <a:t>‹#›</a:t>
            </a:fld>
            <a:endParaRPr lang="LID4096"/>
          </a:p>
        </p:txBody>
      </p:sp>
    </p:spTree>
    <p:extLst>
      <p:ext uri="{BB962C8B-B14F-4D97-AF65-F5344CB8AC3E}">
        <p14:creationId xmlns:p14="http://schemas.microsoft.com/office/powerpoint/2010/main" val="40730327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EB34E-7B8F-499A-A501-4043B3D076FD}"/>
              </a:ext>
            </a:extLst>
          </p:cNvPr>
          <p:cNvSpPr>
            <a:spLocks noGrp="1"/>
          </p:cNvSpPr>
          <p:nvPr>
            <p:ph type="title"/>
          </p:nvPr>
        </p:nvSpPr>
        <p:spPr/>
        <p:txBody>
          <a:bodyPr/>
          <a:lstStyle/>
          <a:p>
            <a:r>
              <a:rPr lang="en-US"/>
              <a:t>Click to edit Master title style</a:t>
            </a:r>
            <a:endParaRPr lang="LID4096"/>
          </a:p>
        </p:txBody>
      </p:sp>
      <p:sp>
        <p:nvSpPr>
          <p:cNvPr id="3" name="Date Placeholder 2">
            <a:extLst>
              <a:ext uri="{FF2B5EF4-FFF2-40B4-BE49-F238E27FC236}">
                <a16:creationId xmlns:a16="http://schemas.microsoft.com/office/drawing/2014/main" id="{C10AF38F-38ED-474B-AB46-FB59C2BF078D}"/>
              </a:ext>
            </a:extLst>
          </p:cNvPr>
          <p:cNvSpPr>
            <a:spLocks noGrp="1"/>
          </p:cNvSpPr>
          <p:nvPr>
            <p:ph type="dt" sz="half" idx="10"/>
          </p:nvPr>
        </p:nvSpPr>
        <p:spPr/>
        <p:txBody>
          <a:bodyPr/>
          <a:lstStyle/>
          <a:p>
            <a:fld id="{796C5FA9-EC9A-4873-B2C9-D96DF885F606}" type="datetimeFigureOut">
              <a:rPr lang="LID4096" smtClean="0"/>
              <a:t>12/02/2020</a:t>
            </a:fld>
            <a:endParaRPr lang="LID4096"/>
          </a:p>
        </p:txBody>
      </p:sp>
      <p:sp>
        <p:nvSpPr>
          <p:cNvPr id="4" name="Footer Placeholder 3">
            <a:extLst>
              <a:ext uri="{FF2B5EF4-FFF2-40B4-BE49-F238E27FC236}">
                <a16:creationId xmlns:a16="http://schemas.microsoft.com/office/drawing/2014/main" id="{20844055-A68B-40A0-8E6E-678E5648F881}"/>
              </a:ext>
            </a:extLst>
          </p:cNvPr>
          <p:cNvSpPr>
            <a:spLocks noGrp="1"/>
          </p:cNvSpPr>
          <p:nvPr>
            <p:ph type="ftr" sz="quarter" idx="11"/>
          </p:nvPr>
        </p:nvSpPr>
        <p:spPr/>
        <p:txBody>
          <a:bodyPr/>
          <a:lstStyle/>
          <a:p>
            <a:endParaRPr lang="LID4096"/>
          </a:p>
        </p:txBody>
      </p:sp>
      <p:sp>
        <p:nvSpPr>
          <p:cNvPr id="5" name="Slide Number Placeholder 4">
            <a:extLst>
              <a:ext uri="{FF2B5EF4-FFF2-40B4-BE49-F238E27FC236}">
                <a16:creationId xmlns:a16="http://schemas.microsoft.com/office/drawing/2014/main" id="{26180E5C-11CE-451D-9003-29B877704975}"/>
              </a:ext>
            </a:extLst>
          </p:cNvPr>
          <p:cNvSpPr>
            <a:spLocks noGrp="1"/>
          </p:cNvSpPr>
          <p:nvPr>
            <p:ph type="sldNum" sz="quarter" idx="12"/>
          </p:nvPr>
        </p:nvSpPr>
        <p:spPr/>
        <p:txBody>
          <a:bodyPr/>
          <a:lstStyle/>
          <a:p>
            <a:fld id="{79E1E05C-9CF1-4E35-A5E9-26A13F09960D}" type="slidenum">
              <a:rPr lang="LID4096" smtClean="0"/>
              <a:t>‹#›</a:t>
            </a:fld>
            <a:endParaRPr lang="LID4096"/>
          </a:p>
        </p:txBody>
      </p:sp>
    </p:spTree>
    <p:extLst>
      <p:ext uri="{BB962C8B-B14F-4D97-AF65-F5344CB8AC3E}">
        <p14:creationId xmlns:p14="http://schemas.microsoft.com/office/powerpoint/2010/main" val="16544510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1F842D-0EA4-4DFC-8F48-A78ACF85C3FA}"/>
              </a:ext>
            </a:extLst>
          </p:cNvPr>
          <p:cNvSpPr>
            <a:spLocks noGrp="1"/>
          </p:cNvSpPr>
          <p:nvPr>
            <p:ph type="dt" sz="half" idx="10"/>
          </p:nvPr>
        </p:nvSpPr>
        <p:spPr/>
        <p:txBody>
          <a:bodyPr/>
          <a:lstStyle/>
          <a:p>
            <a:fld id="{796C5FA9-EC9A-4873-B2C9-D96DF885F606}" type="datetimeFigureOut">
              <a:rPr lang="LID4096" smtClean="0"/>
              <a:t>12/02/2020</a:t>
            </a:fld>
            <a:endParaRPr lang="LID4096"/>
          </a:p>
        </p:txBody>
      </p:sp>
      <p:sp>
        <p:nvSpPr>
          <p:cNvPr id="3" name="Footer Placeholder 2">
            <a:extLst>
              <a:ext uri="{FF2B5EF4-FFF2-40B4-BE49-F238E27FC236}">
                <a16:creationId xmlns:a16="http://schemas.microsoft.com/office/drawing/2014/main" id="{291FBD39-D31D-4EC4-8E10-632165F15FA6}"/>
              </a:ext>
            </a:extLst>
          </p:cNvPr>
          <p:cNvSpPr>
            <a:spLocks noGrp="1"/>
          </p:cNvSpPr>
          <p:nvPr>
            <p:ph type="ftr" sz="quarter" idx="11"/>
          </p:nvPr>
        </p:nvSpPr>
        <p:spPr/>
        <p:txBody>
          <a:bodyPr/>
          <a:lstStyle/>
          <a:p>
            <a:endParaRPr lang="LID4096"/>
          </a:p>
        </p:txBody>
      </p:sp>
      <p:sp>
        <p:nvSpPr>
          <p:cNvPr id="4" name="Slide Number Placeholder 3">
            <a:extLst>
              <a:ext uri="{FF2B5EF4-FFF2-40B4-BE49-F238E27FC236}">
                <a16:creationId xmlns:a16="http://schemas.microsoft.com/office/drawing/2014/main" id="{462CDDF9-751F-4A9A-A8B0-5F7F6E148266}"/>
              </a:ext>
            </a:extLst>
          </p:cNvPr>
          <p:cNvSpPr>
            <a:spLocks noGrp="1"/>
          </p:cNvSpPr>
          <p:nvPr>
            <p:ph type="sldNum" sz="quarter" idx="12"/>
          </p:nvPr>
        </p:nvSpPr>
        <p:spPr/>
        <p:txBody>
          <a:bodyPr/>
          <a:lstStyle/>
          <a:p>
            <a:fld id="{79E1E05C-9CF1-4E35-A5E9-26A13F09960D}" type="slidenum">
              <a:rPr lang="LID4096" smtClean="0"/>
              <a:t>‹#›</a:t>
            </a:fld>
            <a:endParaRPr lang="LID4096"/>
          </a:p>
        </p:txBody>
      </p:sp>
    </p:spTree>
    <p:extLst>
      <p:ext uri="{BB962C8B-B14F-4D97-AF65-F5344CB8AC3E}">
        <p14:creationId xmlns:p14="http://schemas.microsoft.com/office/powerpoint/2010/main" val="10016798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4D56F-4597-4291-B445-66DD310FB3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Content Placeholder 2">
            <a:extLst>
              <a:ext uri="{FF2B5EF4-FFF2-40B4-BE49-F238E27FC236}">
                <a16:creationId xmlns:a16="http://schemas.microsoft.com/office/drawing/2014/main" id="{CF0AD067-F2BD-4317-BA6E-7EFC31C2A4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Text Placeholder 3">
            <a:extLst>
              <a:ext uri="{FF2B5EF4-FFF2-40B4-BE49-F238E27FC236}">
                <a16:creationId xmlns:a16="http://schemas.microsoft.com/office/drawing/2014/main" id="{73CB64FC-7089-497D-B809-A5D588AD3D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C43D50-4C51-4B30-B8A6-FC2493B78722}"/>
              </a:ext>
            </a:extLst>
          </p:cNvPr>
          <p:cNvSpPr>
            <a:spLocks noGrp="1"/>
          </p:cNvSpPr>
          <p:nvPr>
            <p:ph type="dt" sz="half" idx="10"/>
          </p:nvPr>
        </p:nvSpPr>
        <p:spPr/>
        <p:txBody>
          <a:bodyPr/>
          <a:lstStyle/>
          <a:p>
            <a:fld id="{796C5FA9-EC9A-4873-B2C9-D96DF885F606}" type="datetimeFigureOut">
              <a:rPr lang="LID4096" smtClean="0"/>
              <a:t>12/02/2020</a:t>
            </a:fld>
            <a:endParaRPr lang="LID4096"/>
          </a:p>
        </p:txBody>
      </p:sp>
      <p:sp>
        <p:nvSpPr>
          <p:cNvPr id="6" name="Footer Placeholder 5">
            <a:extLst>
              <a:ext uri="{FF2B5EF4-FFF2-40B4-BE49-F238E27FC236}">
                <a16:creationId xmlns:a16="http://schemas.microsoft.com/office/drawing/2014/main" id="{54191FDF-F82B-4A95-A4CC-A8B082445C4F}"/>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F3B97558-ED0C-41FB-80C5-692CEF28C720}"/>
              </a:ext>
            </a:extLst>
          </p:cNvPr>
          <p:cNvSpPr>
            <a:spLocks noGrp="1"/>
          </p:cNvSpPr>
          <p:nvPr>
            <p:ph type="sldNum" sz="quarter" idx="12"/>
          </p:nvPr>
        </p:nvSpPr>
        <p:spPr/>
        <p:txBody>
          <a:bodyPr/>
          <a:lstStyle/>
          <a:p>
            <a:fld id="{79E1E05C-9CF1-4E35-A5E9-26A13F09960D}" type="slidenum">
              <a:rPr lang="LID4096" smtClean="0"/>
              <a:t>‹#›</a:t>
            </a:fld>
            <a:endParaRPr lang="LID4096"/>
          </a:p>
        </p:txBody>
      </p:sp>
    </p:spTree>
    <p:extLst>
      <p:ext uri="{BB962C8B-B14F-4D97-AF65-F5344CB8AC3E}">
        <p14:creationId xmlns:p14="http://schemas.microsoft.com/office/powerpoint/2010/main" val="5607148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A7401-F151-4D58-9186-6887B2B16B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Picture Placeholder 2">
            <a:extLst>
              <a:ext uri="{FF2B5EF4-FFF2-40B4-BE49-F238E27FC236}">
                <a16:creationId xmlns:a16="http://schemas.microsoft.com/office/drawing/2014/main" id="{FB0470E2-92E2-43E0-B6E9-DBB3C000CFC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Text Placeholder 3">
            <a:extLst>
              <a:ext uri="{FF2B5EF4-FFF2-40B4-BE49-F238E27FC236}">
                <a16:creationId xmlns:a16="http://schemas.microsoft.com/office/drawing/2014/main" id="{1CDF71C8-21A5-4301-A971-DF121B0924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15E556-B0E9-49FB-A3C4-5F387951B56E}"/>
              </a:ext>
            </a:extLst>
          </p:cNvPr>
          <p:cNvSpPr>
            <a:spLocks noGrp="1"/>
          </p:cNvSpPr>
          <p:nvPr>
            <p:ph type="dt" sz="half" idx="10"/>
          </p:nvPr>
        </p:nvSpPr>
        <p:spPr/>
        <p:txBody>
          <a:bodyPr/>
          <a:lstStyle/>
          <a:p>
            <a:fld id="{796C5FA9-EC9A-4873-B2C9-D96DF885F606}" type="datetimeFigureOut">
              <a:rPr lang="LID4096" smtClean="0"/>
              <a:t>12/02/2020</a:t>
            </a:fld>
            <a:endParaRPr lang="LID4096"/>
          </a:p>
        </p:txBody>
      </p:sp>
      <p:sp>
        <p:nvSpPr>
          <p:cNvPr id="6" name="Footer Placeholder 5">
            <a:extLst>
              <a:ext uri="{FF2B5EF4-FFF2-40B4-BE49-F238E27FC236}">
                <a16:creationId xmlns:a16="http://schemas.microsoft.com/office/drawing/2014/main" id="{F4CCE04D-812A-462D-930E-7F853584BCCD}"/>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97B21F77-D89A-4ED8-8882-417ABF7582CA}"/>
              </a:ext>
            </a:extLst>
          </p:cNvPr>
          <p:cNvSpPr>
            <a:spLocks noGrp="1"/>
          </p:cNvSpPr>
          <p:nvPr>
            <p:ph type="sldNum" sz="quarter" idx="12"/>
          </p:nvPr>
        </p:nvSpPr>
        <p:spPr/>
        <p:txBody>
          <a:bodyPr/>
          <a:lstStyle/>
          <a:p>
            <a:fld id="{79E1E05C-9CF1-4E35-A5E9-26A13F09960D}" type="slidenum">
              <a:rPr lang="LID4096" smtClean="0"/>
              <a:t>‹#›</a:t>
            </a:fld>
            <a:endParaRPr lang="LID4096"/>
          </a:p>
        </p:txBody>
      </p:sp>
    </p:spTree>
    <p:extLst>
      <p:ext uri="{BB962C8B-B14F-4D97-AF65-F5344CB8AC3E}">
        <p14:creationId xmlns:p14="http://schemas.microsoft.com/office/powerpoint/2010/main" val="39162578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B56FC-DDE1-41CA-BEB0-032D057A3D43}"/>
              </a:ext>
            </a:extLst>
          </p:cNvPr>
          <p:cNvSpPr>
            <a:spLocks noGrp="1"/>
          </p:cNvSpPr>
          <p:nvPr>
            <p:ph type="title"/>
          </p:nvPr>
        </p:nvSpPr>
        <p:spPr/>
        <p:txBody>
          <a:bodyPr/>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C5C88F94-D734-423F-88D0-A76498CAC9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EE9DF6F1-BBC6-48C4-A273-9A7F80AA02A5}"/>
              </a:ext>
            </a:extLst>
          </p:cNvPr>
          <p:cNvSpPr>
            <a:spLocks noGrp="1"/>
          </p:cNvSpPr>
          <p:nvPr>
            <p:ph type="dt" sz="half" idx="10"/>
          </p:nvPr>
        </p:nvSpPr>
        <p:spPr/>
        <p:txBody>
          <a:bodyPr/>
          <a:lstStyle/>
          <a:p>
            <a:fld id="{796C5FA9-EC9A-4873-B2C9-D96DF885F606}" type="datetimeFigureOut">
              <a:rPr lang="LID4096" smtClean="0"/>
              <a:t>12/02/2020</a:t>
            </a:fld>
            <a:endParaRPr lang="LID4096"/>
          </a:p>
        </p:txBody>
      </p:sp>
      <p:sp>
        <p:nvSpPr>
          <p:cNvPr id="5" name="Footer Placeholder 4">
            <a:extLst>
              <a:ext uri="{FF2B5EF4-FFF2-40B4-BE49-F238E27FC236}">
                <a16:creationId xmlns:a16="http://schemas.microsoft.com/office/drawing/2014/main" id="{066F08FC-7133-43C6-8FEB-97919E9DE936}"/>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7F65AF0B-A225-4237-A261-2654042E2E00}"/>
              </a:ext>
            </a:extLst>
          </p:cNvPr>
          <p:cNvSpPr>
            <a:spLocks noGrp="1"/>
          </p:cNvSpPr>
          <p:nvPr>
            <p:ph type="sldNum" sz="quarter" idx="12"/>
          </p:nvPr>
        </p:nvSpPr>
        <p:spPr/>
        <p:txBody>
          <a:bodyPr/>
          <a:lstStyle/>
          <a:p>
            <a:fld id="{79E1E05C-9CF1-4E35-A5E9-26A13F09960D}" type="slidenum">
              <a:rPr lang="LID4096" smtClean="0"/>
              <a:t>‹#›</a:t>
            </a:fld>
            <a:endParaRPr lang="LID4096"/>
          </a:p>
        </p:txBody>
      </p:sp>
    </p:spTree>
    <p:extLst>
      <p:ext uri="{BB962C8B-B14F-4D97-AF65-F5344CB8AC3E}">
        <p14:creationId xmlns:p14="http://schemas.microsoft.com/office/powerpoint/2010/main" val="37670822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1055DD-84B0-43AE-9168-5C096CEE7E2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7C5AC265-7D8B-45EF-A75A-0545F7F219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FF41ADC2-8FC5-41B0-941E-5828BADC28F3}"/>
              </a:ext>
            </a:extLst>
          </p:cNvPr>
          <p:cNvSpPr>
            <a:spLocks noGrp="1"/>
          </p:cNvSpPr>
          <p:nvPr>
            <p:ph type="dt" sz="half" idx="10"/>
          </p:nvPr>
        </p:nvSpPr>
        <p:spPr/>
        <p:txBody>
          <a:bodyPr/>
          <a:lstStyle/>
          <a:p>
            <a:fld id="{796C5FA9-EC9A-4873-B2C9-D96DF885F606}" type="datetimeFigureOut">
              <a:rPr lang="LID4096" smtClean="0"/>
              <a:t>12/02/2020</a:t>
            </a:fld>
            <a:endParaRPr lang="LID4096"/>
          </a:p>
        </p:txBody>
      </p:sp>
      <p:sp>
        <p:nvSpPr>
          <p:cNvPr id="5" name="Footer Placeholder 4">
            <a:extLst>
              <a:ext uri="{FF2B5EF4-FFF2-40B4-BE49-F238E27FC236}">
                <a16:creationId xmlns:a16="http://schemas.microsoft.com/office/drawing/2014/main" id="{F8B67ADC-22EC-4C10-BB0F-BEBD7DBAC663}"/>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059E251B-7943-409B-AD1E-B6439ECEBB08}"/>
              </a:ext>
            </a:extLst>
          </p:cNvPr>
          <p:cNvSpPr>
            <a:spLocks noGrp="1"/>
          </p:cNvSpPr>
          <p:nvPr>
            <p:ph type="sldNum" sz="quarter" idx="12"/>
          </p:nvPr>
        </p:nvSpPr>
        <p:spPr/>
        <p:txBody>
          <a:bodyPr/>
          <a:lstStyle/>
          <a:p>
            <a:fld id="{79E1E05C-9CF1-4E35-A5E9-26A13F09960D}" type="slidenum">
              <a:rPr lang="LID4096" smtClean="0"/>
              <a:t>‹#›</a:t>
            </a:fld>
            <a:endParaRPr lang="LID4096"/>
          </a:p>
        </p:txBody>
      </p:sp>
    </p:spTree>
    <p:extLst>
      <p:ext uri="{BB962C8B-B14F-4D97-AF65-F5344CB8AC3E}">
        <p14:creationId xmlns:p14="http://schemas.microsoft.com/office/powerpoint/2010/main" val="3162687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D7DCF4-0725-45AE-AD18-9AA6289D94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1DE5AE46-1869-44A8-B9B0-666FE98794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16CD63FD-EB40-4232-9CFF-30BA081881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6C5FA9-EC9A-4873-B2C9-D96DF885F606}" type="datetimeFigureOut">
              <a:rPr lang="LID4096" smtClean="0"/>
              <a:t>12/02/2020</a:t>
            </a:fld>
            <a:endParaRPr lang="LID4096"/>
          </a:p>
        </p:txBody>
      </p:sp>
      <p:sp>
        <p:nvSpPr>
          <p:cNvPr id="5" name="Footer Placeholder 4">
            <a:extLst>
              <a:ext uri="{FF2B5EF4-FFF2-40B4-BE49-F238E27FC236}">
                <a16:creationId xmlns:a16="http://schemas.microsoft.com/office/drawing/2014/main" id="{58D3EA2E-7553-4537-B297-01C00ECB17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LID4096"/>
          </a:p>
        </p:txBody>
      </p:sp>
      <p:sp>
        <p:nvSpPr>
          <p:cNvPr id="6" name="Slide Number Placeholder 5">
            <a:extLst>
              <a:ext uri="{FF2B5EF4-FFF2-40B4-BE49-F238E27FC236}">
                <a16:creationId xmlns:a16="http://schemas.microsoft.com/office/drawing/2014/main" id="{09F3FE97-8249-42FA-9E0F-12147C8519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E1E05C-9CF1-4E35-A5E9-26A13F09960D}" type="slidenum">
              <a:rPr lang="LID4096" smtClean="0"/>
              <a:t>‹#›</a:t>
            </a:fld>
            <a:endParaRPr lang="LID4096"/>
          </a:p>
        </p:txBody>
      </p:sp>
    </p:spTree>
    <p:extLst>
      <p:ext uri="{BB962C8B-B14F-4D97-AF65-F5344CB8AC3E}">
        <p14:creationId xmlns:p14="http://schemas.microsoft.com/office/powerpoint/2010/main" val="18279717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gi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4" descr="Text&#10;&#10;Description automatically generated">
            <a:extLst>
              <a:ext uri="{FF2B5EF4-FFF2-40B4-BE49-F238E27FC236}">
                <a16:creationId xmlns:a16="http://schemas.microsoft.com/office/drawing/2014/main" id="{406F9659-2F6A-4AE3-9EEE-0626C65B5A79}"/>
              </a:ext>
            </a:extLst>
          </p:cNvPr>
          <p:cNvPicPr>
            <a:picLocks noChangeAspect="1"/>
          </p:cNvPicPr>
          <p:nvPr/>
        </p:nvPicPr>
        <p:blipFill>
          <a:blip r:embed="rId2"/>
          <a:stretch>
            <a:fillRect/>
          </a:stretch>
        </p:blipFill>
        <p:spPr>
          <a:xfrm>
            <a:off x="10065136" y="815387"/>
            <a:ext cx="1944236" cy="1851885"/>
          </a:xfrm>
          <a:prstGeom prst="rect">
            <a:avLst/>
          </a:prstGeom>
        </p:spPr>
      </p:pic>
      <p:sp>
        <p:nvSpPr>
          <p:cNvPr id="5" name="TextBox 4">
            <a:extLst>
              <a:ext uri="{FF2B5EF4-FFF2-40B4-BE49-F238E27FC236}">
                <a16:creationId xmlns:a16="http://schemas.microsoft.com/office/drawing/2014/main" id="{ED173E57-39D7-4B6B-A092-2C9A80308DFD}"/>
              </a:ext>
            </a:extLst>
          </p:cNvPr>
          <p:cNvSpPr txBox="1"/>
          <p:nvPr/>
        </p:nvSpPr>
        <p:spPr>
          <a:xfrm>
            <a:off x="0" y="448669"/>
            <a:ext cx="9946433" cy="2585323"/>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1.Fire/CO detection</a:t>
            </a:r>
          </a:p>
          <a:p>
            <a:r>
              <a:rPr lang="en-US" dirty="0">
                <a:latin typeface="Arial" panose="020B0604020202020204" pitchFamily="34" charset="0"/>
                <a:cs typeface="Arial" panose="020B0604020202020204" pitchFamily="34" charset="0"/>
              </a:rPr>
              <a:t>We might be so busy to in our daily works and forget about things that can burn down the whole hose and also can cause death. So with the smoke detection technology, we get alarmed as soon as any smoke or fire is detected. Thus we can take actions to stop it. </a:t>
            </a:r>
            <a:r>
              <a:rPr lang="en-GB" dirty="0">
                <a:solidFill>
                  <a:srgbClr val="323232"/>
                </a:solidFill>
                <a:effectLst/>
                <a:latin typeface="Arial" panose="020B0604020202020204" pitchFamily="34" charset="0"/>
                <a:ea typeface="Calibri" panose="020F0502020204030204" pitchFamily="34" charset="0"/>
                <a:cs typeface="Arial" panose="020B0604020202020204" pitchFamily="34" charset="0"/>
              </a:rPr>
              <a:t>there are several types of pollutants like </a:t>
            </a:r>
            <a:r>
              <a:rPr lang="en-US" dirty="0">
                <a:solidFill>
                  <a:srgbClr val="323232"/>
                </a:solidFill>
                <a:effectLst/>
                <a:latin typeface="Arial" panose="020B0604020202020204" pitchFamily="34" charset="0"/>
                <a:ea typeface="Calibri" panose="020F0502020204030204" pitchFamily="34" charset="0"/>
                <a:cs typeface="Arial" panose="020B0604020202020204" pitchFamily="34" charset="0"/>
              </a:rPr>
              <a:t>carbon monoxide, </a:t>
            </a:r>
            <a:r>
              <a:rPr lang="en-GB" dirty="0">
                <a:solidFill>
                  <a:srgbClr val="323232"/>
                </a:solidFill>
                <a:effectLst/>
                <a:latin typeface="Arial" panose="020B0604020202020204" pitchFamily="34" charset="0"/>
                <a:ea typeface="Calibri" panose="020F0502020204030204" pitchFamily="34" charset="0"/>
                <a:cs typeface="Arial" panose="020B0604020202020204" pitchFamily="34" charset="0"/>
              </a:rPr>
              <a:t>dust, soot, pollen, temperature, humidity, air staleness, pollution, and particles that can threaten our home environment and air quality, all which could lead to property damage and harm to the people inside. </a:t>
            </a:r>
            <a:r>
              <a:rPr lang="en-GB" dirty="0">
                <a:solidFill>
                  <a:srgbClr val="323232"/>
                </a:solidFill>
                <a:effectLst/>
                <a:latin typeface="Arial" panose="020B0604020202020204" pitchFamily="34" charset="0"/>
                <a:ea typeface="Times New Roman" panose="02020603050405020304" pitchFamily="18" charset="0"/>
                <a:cs typeface="Arial" panose="020B0604020202020204" pitchFamily="34" charset="0"/>
              </a:rPr>
              <a:t>Since CO is </a:t>
            </a:r>
            <a:r>
              <a:rPr lang="en-GB" dirty="0" err="1">
                <a:solidFill>
                  <a:srgbClr val="323232"/>
                </a:solidFill>
                <a:effectLst/>
                <a:latin typeface="Arial" panose="020B0604020202020204" pitchFamily="34" charset="0"/>
                <a:ea typeface="Times New Roman" panose="02020603050405020304" pitchFamily="18" charset="0"/>
                <a:cs typeface="Arial" panose="020B0604020202020204" pitchFamily="34" charset="0"/>
              </a:rPr>
              <a:t>odorless</a:t>
            </a:r>
            <a:r>
              <a:rPr lang="en-GB" dirty="0">
                <a:solidFill>
                  <a:srgbClr val="323232"/>
                </a:solidFill>
                <a:effectLst/>
                <a:latin typeface="Arial" panose="020B0604020202020204" pitchFamily="34" charset="0"/>
                <a:ea typeface="Times New Roman" panose="02020603050405020304" pitchFamily="18" charset="0"/>
                <a:cs typeface="Arial" panose="020B0604020202020204" pitchFamily="34" charset="0"/>
              </a:rPr>
              <a:t> and undetectable without assistance, a detector can be a life saver, especially when it is connected to an emergency monitoring service.</a:t>
            </a:r>
            <a:endParaRPr lang="en-GB" dirty="0">
              <a:effectLst/>
              <a:latin typeface="Arial" panose="020B0604020202020204" pitchFamily="34" charset="0"/>
              <a:ea typeface="Times New Roman" panose="02020603050405020304" pitchFamily="18" charset="0"/>
              <a:cs typeface="Arial" panose="020B0604020202020204" pitchFamily="34" charset="0"/>
            </a:endParaRPr>
          </a:p>
        </p:txBody>
      </p:sp>
      <p:sp>
        <p:nvSpPr>
          <p:cNvPr id="7" name="TextBox 6">
            <a:extLst>
              <a:ext uri="{FF2B5EF4-FFF2-40B4-BE49-F238E27FC236}">
                <a16:creationId xmlns:a16="http://schemas.microsoft.com/office/drawing/2014/main" id="{CEA172C1-508F-4207-8276-6211698ECABD}"/>
              </a:ext>
            </a:extLst>
          </p:cNvPr>
          <p:cNvSpPr txBox="1"/>
          <p:nvPr/>
        </p:nvSpPr>
        <p:spPr>
          <a:xfrm>
            <a:off x="-1" y="3328460"/>
            <a:ext cx="9946433" cy="1607433"/>
          </a:xfrm>
          <a:prstGeom prst="rect">
            <a:avLst/>
          </a:prstGeom>
          <a:noFill/>
        </p:spPr>
        <p:txBody>
          <a:bodyPr wrap="square">
            <a:spAutoFit/>
          </a:bodyPr>
          <a:lstStyle/>
          <a:p>
            <a:pPr marL="0" marR="0" fontAlgn="base">
              <a:lnSpc>
                <a:spcPct val="107000"/>
              </a:lnSpc>
              <a:spcBef>
                <a:spcPts val="0"/>
              </a:spcBef>
              <a:spcAft>
                <a:spcPts val="0"/>
              </a:spcAft>
            </a:pPr>
            <a:r>
              <a:rPr lang="en-US" b="1" dirty="0">
                <a:solidFill>
                  <a:srgbClr val="323232"/>
                </a:solidFill>
                <a:effectLst/>
                <a:latin typeface="Arial" panose="020B0604020202020204" pitchFamily="34" charset="0"/>
                <a:ea typeface="Times New Roman" panose="02020603050405020304" pitchFamily="18" charset="0"/>
                <a:cs typeface="Arial" panose="020B0604020202020204" pitchFamily="34" charset="0"/>
              </a:rPr>
              <a:t>2. Leak/moisture detection</a:t>
            </a:r>
          </a:p>
          <a:p>
            <a:pPr marL="0" marR="0" fontAlgn="base">
              <a:lnSpc>
                <a:spcPct val="107000"/>
              </a:lnSpc>
              <a:spcBef>
                <a:spcPts val="0"/>
              </a:spcBef>
              <a:spcAft>
                <a:spcPts val="0"/>
              </a:spcAft>
            </a:pPr>
            <a:r>
              <a:rPr lang="en-GB" dirty="0">
                <a:solidFill>
                  <a:srgbClr val="333333"/>
                </a:solidFill>
                <a:effectLst/>
                <a:latin typeface="Arial" panose="020B0604020202020204" pitchFamily="34" charset="0"/>
                <a:ea typeface="Calibri" panose="020F0502020204030204" pitchFamily="34" charset="0"/>
                <a:cs typeface="Arial" panose="020B0604020202020204" pitchFamily="34" charset="0"/>
              </a:rPr>
              <a:t>as long as homes have plumbing, water leaks have been a big </a:t>
            </a:r>
            <a:r>
              <a:rPr lang="en-GB" dirty="0">
                <a:solidFill>
                  <a:srgbClr val="333333"/>
                </a:solidFill>
                <a:latin typeface="Arial" panose="020B0604020202020204" pitchFamily="34" charset="0"/>
                <a:ea typeface="Calibri" panose="020F0502020204030204" pitchFamily="34" charset="0"/>
                <a:cs typeface="Arial" panose="020B0604020202020204" pitchFamily="34" charset="0"/>
              </a:rPr>
              <a:t>problem</a:t>
            </a:r>
            <a:r>
              <a:rPr lang="en-GB" dirty="0">
                <a:solidFill>
                  <a:srgbClr val="333333"/>
                </a:solidFill>
                <a:effectLst/>
                <a:latin typeface="Arial" panose="020B0604020202020204" pitchFamily="34" charset="0"/>
                <a:ea typeface="Calibri" panose="020F0502020204030204" pitchFamily="34" charset="0"/>
                <a:cs typeface="Arial" panose="020B0604020202020204" pitchFamily="34" charset="0"/>
              </a:rPr>
              <a:t> for owners to deal with. It can destroy our house structure behind our </a:t>
            </a:r>
            <a:r>
              <a:rPr lang="en-GB" dirty="0" err="1">
                <a:solidFill>
                  <a:srgbClr val="333333"/>
                </a:solidFill>
                <a:effectLst/>
                <a:latin typeface="Arial" panose="020B0604020202020204" pitchFamily="34" charset="0"/>
                <a:ea typeface="Calibri" panose="020F0502020204030204" pitchFamily="34" charset="0"/>
                <a:cs typeface="Arial" panose="020B0604020202020204" pitchFamily="34" charset="0"/>
              </a:rPr>
              <a:t>back.So</a:t>
            </a:r>
            <a:r>
              <a:rPr lang="en-GB" dirty="0">
                <a:solidFill>
                  <a:srgbClr val="333333"/>
                </a:solidFill>
                <a:effectLst/>
                <a:latin typeface="Arial" panose="020B0604020202020204" pitchFamily="34" charset="0"/>
                <a:ea typeface="Calibri" panose="020F0502020204030204" pitchFamily="34" charset="0"/>
                <a:cs typeface="Arial" panose="020B0604020202020204" pitchFamily="34" charset="0"/>
              </a:rPr>
              <a:t> leak/moisture detection technology detects the leaky pipes, humidity, freezing and high temperatures in the installed area which could cause huge.</a:t>
            </a:r>
            <a:endParaRPr lang="en-US" dirty="0">
              <a:solidFill>
                <a:srgbClr val="2F5496"/>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9" name="TextBox 8">
            <a:extLst>
              <a:ext uri="{FF2B5EF4-FFF2-40B4-BE49-F238E27FC236}">
                <a16:creationId xmlns:a16="http://schemas.microsoft.com/office/drawing/2014/main" id="{4E64B433-C807-4AAF-9791-15B4C67934BE}"/>
              </a:ext>
            </a:extLst>
          </p:cNvPr>
          <p:cNvSpPr txBox="1"/>
          <p:nvPr/>
        </p:nvSpPr>
        <p:spPr>
          <a:xfrm>
            <a:off x="0" y="5522357"/>
            <a:ext cx="12111134" cy="1256306"/>
          </a:xfrm>
          <a:prstGeom prst="rect">
            <a:avLst/>
          </a:prstGeom>
          <a:noFill/>
        </p:spPr>
        <p:txBody>
          <a:bodyPr wrap="square">
            <a:spAutoFit/>
          </a:bodyPr>
          <a:lstStyle/>
          <a:p>
            <a:pPr marL="0" marR="0" fontAlgn="base">
              <a:lnSpc>
                <a:spcPct val="107000"/>
              </a:lnSpc>
              <a:spcBef>
                <a:spcPts val="0"/>
              </a:spcBef>
              <a:spcAft>
                <a:spcPts val="0"/>
              </a:spcAft>
            </a:pPr>
            <a:r>
              <a:rPr lang="en-GB" b="1" dirty="0">
                <a:solidFill>
                  <a:srgbClr val="323232"/>
                </a:solidFill>
                <a:effectLst/>
                <a:latin typeface="Arial" panose="020B0604020202020204" pitchFamily="34" charset="0"/>
                <a:ea typeface="Times New Roman" panose="02020603050405020304" pitchFamily="18" charset="0"/>
                <a:cs typeface="Arial" panose="020B0604020202020204" pitchFamily="34" charset="0"/>
              </a:rPr>
              <a:t>3. Window &amp; door open and close</a:t>
            </a:r>
          </a:p>
          <a:p>
            <a:pPr fontAlgn="base">
              <a:lnSpc>
                <a:spcPct val="107000"/>
              </a:lnSpc>
            </a:pPr>
            <a:r>
              <a:rPr lang="en-GB" dirty="0">
                <a:solidFill>
                  <a:srgbClr val="323232"/>
                </a:solidFill>
                <a:effectLst/>
                <a:latin typeface="Arial" panose="020B0604020202020204" pitchFamily="34" charset="0"/>
                <a:ea typeface="Times New Roman" panose="02020603050405020304" pitchFamily="18" charset="0"/>
                <a:cs typeface="Arial" panose="020B0604020202020204" pitchFamily="34" charset="0"/>
              </a:rPr>
              <a:t>Windows and doors are the most vulnerable points of a house. </a:t>
            </a:r>
            <a:r>
              <a:rPr lang="en-GB" dirty="0">
                <a:solidFill>
                  <a:srgbClr val="323232"/>
                </a:solidFill>
                <a:latin typeface="Arial" panose="020B0604020202020204" pitchFamily="34" charset="0"/>
                <a:ea typeface="Times New Roman" panose="02020603050405020304" pitchFamily="18" charset="0"/>
                <a:cs typeface="Arial" panose="020B0604020202020204" pitchFamily="34" charset="0"/>
              </a:rPr>
              <a:t>Door and window sensors keeps us updated about the current movement of these </a:t>
            </a:r>
            <a:r>
              <a:rPr lang="en-GB" dirty="0" err="1">
                <a:solidFill>
                  <a:srgbClr val="323232"/>
                </a:solidFill>
                <a:latin typeface="Arial" panose="020B0604020202020204" pitchFamily="34" charset="0"/>
                <a:ea typeface="Times New Roman" panose="02020603050405020304" pitchFamily="18" charset="0"/>
                <a:cs typeface="Arial" panose="020B0604020202020204" pitchFamily="34" charset="0"/>
              </a:rPr>
              <a:t>points.It</a:t>
            </a:r>
            <a:r>
              <a:rPr lang="en-GB" dirty="0">
                <a:solidFill>
                  <a:srgbClr val="323232"/>
                </a:solidFill>
                <a:latin typeface="Arial" panose="020B0604020202020204" pitchFamily="34" charset="0"/>
                <a:ea typeface="Times New Roman" panose="02020603050405020304" pitchFamily="18" charset="0"/>
                <a:cs typeface="Arial" panose="020B0604020202020204" pitchFamily="34" charset="0"/>
              </a:rPr>
              <a:t> can control lights depending on the doors are opened or closed. It can detect damage and sends notifications in our phone wirelessly to prevent from being theft.</a:t>
            </a:r>
            <a:endParaRPr lang="en-GB" b="1" dirty="0">
              <a:solidFill>
                <a:srgbClr val="2F5496"/>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12" name="TextBox 11">
            <a:extLst>
              <a:ext uri="{FF2B5EF4-FFF2-40B4-BE49-F238E27FC236}">
                <a16:creationId xmlns:a16="http://schemas.microsoft.com/office/drawing/2014/main" id="{388E0C53-1DF6-4D42-881A-5E7C62DF8F05}"/>
              </a:ext>
            </a:extLst>
          </p:cNvPr>
          <p:cNvSpPr txBox="1"/>
          <p:nvPr/>
        </p:nvSpPr>
        <p:spPr>
          <a:xfrm>
            <a:off x="4430485" y="79337"/>
            <a:ext cx="3509866" cy="369332"/>
          </a:xfrm>
          <a:prstGeom prst="rect">
            <a:avLst/>
          </a:prstGeom>
          <a:noFill/>
        </p:spPr>
        <p:txBody>
          <a:bodyPr wrap="square" rtlCol="0">
            <a:spAutoFit/>
          </a:bodyPr>
          <a:lstStyle/>
          <a:p>
            <a:r>
              <a:rPr lang="de-DE" b="1" dirty="0">
                <a:latin typeface="Arial" panose="020B0604020202020204" pitchFamily="34" charset="0"/>
                <a:cs typeface="Arial" panose="020B0604020202020204" pitchFamily="34" charset="0"/>
              </a:rPr>
              <a:t>Environment And Scenario</a:t>
            </a:r>
            <a:endParaRPr lang="LID4096" b="1" dirty="0">
              <a:latin typeface="Arial" panose="020B0604020202020204" pitchFamily="34" charset="0"/>
              <a:cs typeface="Arial" panose="020B0604020202020204" pitchFamily="34" charset="0"/>
            </a:endParaRPr>
          </a:p>
        </p:txBody>
      </p:sp>
      <p:pic>
        <p:nvPicPr>
          <p:cNvPr id="10" name="Picture 6" descr="A picture containing drawing&#10;&#10;Description automatically generated">
            <a:extLst>
              <a:ext uri="{FF2B5EF4-FFF2-40B4-BE49-F238E27FC236}">
                <a16:creationId xmlns:a16="http://schemas.microsoft.com/office/drawing/2014/main" id="{6C1AF6D2-0521-4884-A9C6-202B5D7AFDED}"/>
              </a:ext>
            </a:extLst>
          </p:cNvPr>
          <p:cNvPicPr>
            <a:picLocks noChangeAspect="1"/>
          </p:cNvPicPr>
          <p:nvPr/>
        </p:nvPicPr>
        <p:blipFill>
          <a:blip r:embed="rId3"/>
          <a:stretch>
            <a:fillRect/>
          </a:stretch>
        </p:blipFill>
        <p:spPr>
          <a:xfrm>
            <a:off x="9946432" y="3065022"/>
            <a:ext cx="1944236" cy="1944236"/>
          </a:xfrm>
          <a:prstGeom prst="rect">
            <a:avLst/>
          </a:prstGeom>
        </p:spPr>
      </p:pic>
    </p:spTree>
    <p:extLst>
      <p:ext uri="{BB962C8B-B14F-4D97-AF65-F5344CB8AC3E}">
        <p14:creationId xmlns:p14="http://schemas.microsoft.com/office/powerpoint/2010/main" val="2855700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01A84C-9766-41A6-B871-7FAE3E45EC5F}"/>
              </a:ext>
            </a:extLst>
          </p:cNvPr>
          <p:cNvSpPr txBox="1"/>
          <p:nvPr/>
        </p:nvSpPr>
        <p:spPr>
          <a:xfrm>
            <a:off x="-14515" y="2001917"/>
            <a:ext cx="9187503" cy="2145396"/>
          </a:xfrm>
          <a:prstGeom prst="rect">
            <a:avLst/>
          </a:prstGeom>
          <a:noFill/>
        </p:spPr>
        <p:txBody>
          <a:bodyPr wrap="square">
            <a:spAutoFit/>
          </a:bodyPr>
          <a:lstStyle/>
          <a:p>
            <a:pPr marL="0" marR="0" fontAlgn="base">
              <a:lnSpc>
                <a:spcPct val="107000"/>
              </a:lnSpc>
              <a:spcBef>
                <a:spcPts val="0"/>
              </a:spcBef>
              <a:spcAft>
                <a:spcPts val="0"/>
              </a:spcAft>
            </a:pPr>
            <a:r>
              <a:rPr lang="en-US" sz="1800" b="1" dirty="0">
                <a:solidFill>
                  <a:srgbClr val="323232"/>
                </a:solidFill>
                <a:effectLst/>
                <a:latin typeface="Arial" panose="020B0604020202020204" pitchFamily="34" charset="0"/>
                <a:ea typeface="Times New Roman" panose="02020603050405020304" pitchFamily="18" charset="0"/>
                <a:cs typeface="Arial" panose="020B0604020202020204" pitchFamily="34" charset="0"/>
              </a:rPr>
              <a:t>5. Smart thermostat</a:t>
            </a:r>
          </a:p>
          <a:p>
            <a:pPr marL="0" marR="0" fontAlgn="base">
              <a:lnSpc>
                <a:spcPct val="107000"/>
              </a:lnSpc>
              <a:spcBef>
                <a:spcPts val="0"/>
              </a:spcBef>
              <a:spcAft>
                <a:spcPts val="0"/>
              </a:spcAft>
            </a:pPr>
            <a:r>
              <a:rPr lang="en-US" sz="1800" dirty="0">
                <a:solidFill>
                  <a:srgbClr val="323232"/>
                </a:solidFill>
                <a:effectLst/>
                <a:latin typeface="Arial" panose="020B0604020202020204" pitchFamily="34" charset="0"/>
                <a:ea typeface="Times New Roman" panose="02020603050405020304" pitchFamily="18" charset="0"/>
                <a:cs typeface="Arial" panose="020B0604020202020204" pitchFamily="34" charset="0"/>
              </a:rPr>
              <a:t>Temperature control is one of the biggest feature of smart home. Our house needs to be cooled or heated according to our room temperature which is possible now using smart thermostat. It can monitor the house temperature and humidity inside and outside. It adjusts the temperature according to our existence in the house and usage of the room and maintains ideal temperature. It also uses power saving functions and user preferences.</a:t>
            </a:r>
            <a:endParaRPr lang="en-US" sz="1800" dirty="0">
              <a:solidFill>
                <a:srgbClr val="2F5496"/>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5" name="TextBox 4">
            <a:extLst>
              <a:ext uri="{FF2B5EF4-FFF2-40B4-BE49-F238E27FC236}">
                <a16:creationId xmlns:a16="http://schemas.microsoft.com/office/drawing/2014/main" id="{763F717C-78D3-433F-BEFD-B58146606232}"/>
              </a:ext>
            </a:extLst>
          </p:cNvPr>
          <p:cNvSpPr txBox="1"/>
          <p:nvPr/>
        </p:nvSpPr>
        <p:spPr>
          <a:xfrm>
            <a:off x="0" y="4712604"/>
            <a:ext cx="9172988" cy="2145396"/>
          </a:xfrm>
          <a:prstGeom prst="rect">
            <a:avLst/>
          </a:prstGeom>
          <a:noFill/>
        </p:spPr>
        <p:txBody>
          <a:bodyPr wrap="square">
            <a:spAutoFit/>
          </a:bodyPr>
          <a:lstStyle/>
          <a:p>
            <a:pPr marL="0" marR="0" fontAlgn="base">
              <a:lnSpc>
                <a:spcPct val="107000"/>
              </a:lnSpc>
              <a:spcBef>
                <a:spcPts val="0"/>
              </a:spcBef>
              <a:spcAft>
                <a:spcPts val="0"/>
              </a:spcAft>
            </a:pPr>
            <a:r>
              <a:rPr lang="en-US" sz="1800" b="1" dirty="0">
                <a:solidFill>
                  <a:srgbClr val="323232"/>
                </a:solidFill>
                <a:effectLst/>
                <a:latin typeface="Arial" panose="020B0604020202020204" pitchFamily="34" charset="0"/>
                <a:ea typeface="Times New Roman" panose="02020603050405020304" pitchFamily="18" charset="0"/>
                <a:cs typeface="Arial" panose="020B0604020202020204" pitchFamily="34" charset="0"/>
              </a:rPr>
              <a:t>6. Motion sensors</a:t>
            </a:r>
          </a:p>
          <a:p>
            <a:pPr marL="0" marR="0" fontAlgn="base">
              <a:lnSpc>
                <a:spcPct val="107000"/>
              </a:lnSpc>
              <a:spcBef>
                <a:spcPts val="0"/>
              </a:spcBef>
              <a:spcAft>
                <a:spcPts val="0"/>
              </a:spcAft>
            </a:pPr>
            <a:r>
              <a:rPr lang="en-US" dirty="0">
                <a:solidFill>
                  <a:srgbClr val="323232"/>
                </a:solidFill>
                <a:latin typeface="Arial" panose="020B0604020202020204" pitchFamily="34" charset="0"/>
                <a:ea typeface="Times New Roman" panose="02020603050405020304" pitchFamily="18" charset="0"/>
                <a:cs typeface="Arial" panose="020B0604020202020204" pitchFamily="34" charset="0"/>
              </a:rPr>
              <a:t>Motion sensor is like the extra pair of eyes for our house alerting such as anyone </a:t>
            </a:r>
            <a:r>
              <a:rPr lang="en-US" dirty="0" err="1">
                <a:solidFill>
                  <a:srgbClr val="323232"/>
                </a:solidFill>
                <a:latin typeface="Arial" panose="020B0604020202020204" pitchFamily="34" charset="0"/>
                <a:ea typeface="Times New Roman" panose="02020603050405020304" pitchFamily="18" charset="0"/>
                <a:cs typeface="Arial" panose="020B0604020202020204" pitchFamily="34" charset="0"/>
              </a:rPr>
              <a:t>sneeking</a:t>
            </a:r>
            <a:r>
              <a:rPr lang="en-US" dirty="0">
                <a:solidFill>
                  <a:srgbClr val="323232"/>
                </a:solidFill>
                <a:latin typeface="Arial" panose="020B0604020202020204" pitchFamily="34" charset="0"/>
                <a:ea typeface="Times New Roman" panose="02020603050405020304" pitchFamily="18" charset="0"/>
                <a:cs typeface="Arial" panose="020B0604020202020204" pitchFamily="34" charset="0"/>
              </a:rPr>
              <a:t> out or a child enters in a danger area of the house like kitchen, medicine </a:t>
            </a:r>
            <a:r>
              <a:rPr lang="en-US" dirty="0" err="1">
                <a:solidFill>
                  <a:srgbClr val="323232"/>
                </a:solidFill>
                <a:latin typeface="Arial" panose="020B0604020202020204" pitchFamily="34" charset="0"/>
                <a:ea typeface="Times New Roman" panose="02020603050405020304" pitchFamily="18" charset="0"/>
                <a:cs typeface="Arial" panose="020B0604020202020204" pitchFamily="34" charset="0"/>
              </a:rPr>
              <a:t>cavinet.It</a:t>
            </a:r>
            <a:r>
              <a:rPr lang="en-US" dirty="0">
                <a:solidFill>
                  <a:srgbClr val="323232"/>
                </a:solidFill>
                <a:latin typeface="Arial" panose="020B0604020202020204" pitchFamily="34" charset="0"/>
                <a:ea typeface="Times New Roman" panose="02020603050405020304" pitchFamily="18" charset="0"/>
                <a:cs typeface="Arial" panose="020B0604020202020204" pitchFamily="34" charset="0"/>
              </a:rPr>
              <a:t> guards our house by observing motion and movements and also informs if our doors or windows have been opened or closed. There are several types of motion sensors like Passive infrared(detects body heat), </a:t>
            </a:r>
            <a:r>
              <a:rPr lang="en-US" dirty="0" err="1">
                <a:solidFill>
                  <a:srgbClr val="323232"/>
                </a:solidFill>
                <a:latin typeface="Arial" panose="020B0604020202020204" pitchFamily="34" charset="0"/>
                <a:ea typeface="Times New Roman" panose="02020603050405020304" pitchFamily="18" charset="0"/>
                <a:cs typeface="Arial" panose="020B0604020202020204" pitchFamily="34" charset="0"/>
              </a:rPr>
              <a:t>MiceoWave</a:t>
            </a:r>
            <a:r>
              <a:rPr lang="en-US" dirty="0">
                <a:solidFill>
                  <a:srgbClr val="323232"/>
                </a:solidFill>
                <a:latin typeface="Arial" panose="020B0604020202020204" pitchFamily="34" charset="0"/>
                <a:ea typeface="Times New Roman" panose="02020603050405020304" pitchFamily="18" charset="0"/>
                <a:cs typeface="Arial" panose="020B0604020202020204" pitchFamily="34" charset="0"/>
              </a:rPr>
              <a:t>, Dual tech motion sensors, Area reflective, Ultrasonic.</a:t>
            </a:r>
            <a:endParaRPr lang="en-US" sz="1800" dirty="0">
              <a:solidFill>
                <a:srgbClr val="2F5496"/>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8" name="TextBox 7">
            <a:extLst>
              <a:ext uri="{FF2B5EF4-FFF2-40B4-BE49-F238E27FC236}">
                <a16:creationId xmlns:a16="http://schemas.microsoft.com/office/drawing/2014/main" id="{3F063D3C-33B3-4ACB-AE41-2AC262D31FBD}"/>
              </a:ext>
            </a:extLst>
          </p:cNvPr>
          <p:cNvSpPr txBox="1"/>
          <p:nvPr/>
        </p:nvSpPr>
        <p:spPr>
          <a:xfrm>
            <a:off x="-14515" y="189610"/>
            <a:ext cx="8919346" cy="1256306"/>
          </a:xfrm>
          <a:prstGeom prst="rect">
            <a:avLst/>
          </a:prstGeom>
          <a:noFill/>
        </p:spPr>
        <p:txBody>
          <a:bodyPr wrap="square">
            <a:spAutoFit/>
          </a:bodyPr>
          <a:lstStyle/>
          <a:p>
            <a:pPr marL="0" marR="0" fontAlgn="base">
              <a:lnSpc>
                <a:spcPct val="107000"/>
              </a:lnSpc>
              <a:spcBef>
                <a:spcPts val="0"/>
              </a:spcBef>
              <a:spcAft>
                <a:spcPts val="0"/>
              </a:spcAft>
            </a:pPr>
            <a:r>
              <a:rPr lang="en-US" sz="1800" b="1" dirty="0">
                <a:solidFill>
                  <a:srgbClr val="323232"/>
                </a:solidFill>
                <a:effectLst/>
                <a:latin typeface="Arial" panose="020B0604020202020204" pitchFamily="34" charset="0"/>
                <a:ea typeface="Times New Roman" panose="02020603050405020304" pitchFamily="18" charset="0"/>
                <a:cs typeface="Arial" panose="020B0604020202020204" pitchFamily="34" charset="0"/>
              </a:rPr>
              <a:t>4. Video doorbell</a:t>
            </a:r>
            <a:endParaRPr lang="en-US" b="1" dirty="0">
              <a:solidFill>
                <a:srgbClr val="323232"/>
              </a:solidFill>
              <a:latin typeface="Arial" panose="020B0604020202020204" pitchFamily="34" charset="0"/>
              <a:ea typeface="Times New Roman" panose="02020603050405020304" pitchFamily="18" charset="0"/>
              <a:cs typeface="Arial" panose="020B0604020202020204" pitchFamily="34" charset="0"/>
            </a:endParaRPr>
          </a:p>
          <a:p>
            <a:pPr marL="0" marR="0" fontAlgn="base">
              <a:lnSpc>
                <a:spcPct val="107000"/>
              </a:lnSpc>
              <a:spcBef>
                <a:spcPts val="0"/>
              </a:spcBef>
              <a:spcAft>
                <a:spcPts val="0"/>
              </a:spcAft>
            </a:pPr>
            <a:r>
              <a:rPr lang="en-US" dirty="0">
                <a:solidFill>
                  <a:srgbClr val="323232"/>
                </a:solidFill>
                <a:latin typeface="Arial" panose="020B0604020202020204" pitchFamily="34" charset="0"/>
                <a:ea typeface="Times New Roman" panose="02020603050405020304" pitchFamily="18" charset="0"/>
                <a:cs typeface="Arial" panose="020B0604020202020204" pitchFamily="34" charset="0"/>
              </a:rPr>
              <a:t>It is the cool device that allows us to see who/what is </a:t>
            </a:r>
            <a:r>
              <a:rPr lang="en-US" dirty="0" err="1">
                <a:solidFill>
                  <a:srgbClr val="323232"/>
                </a:solidFill>
                <a:latin typeface="Arial" panose="020B0604020202020204" pitchFamily="34" charset="0"/>
                <a:ea typeface="Times New Roman" panose="02020603050405020304" pitchFamily="18" charset="0"/>
                <a:cs typeface="Arial" panose="020B0604020202020204" pitchFamily="34" charset="0"/>
              </a:rPr>
              <a:t>infront</a:t>
            </a:r>
            <a:r>
              <a:rPr lang="en-US" dirty="0">
                <a:solidFill>
                  <a:srgbClr val="323232"/>
                </a:solidFill>
                <a:latin typeface="Arial" panose="020B0604020202020204" pitchFamily="34" charset="0"/>
                <a:ea typeface="Times New Roman" panose="02020603050405020304" pitchFamily="18" charset="0"/>
                <a:cs typeface="Arial" panose="020B0604020202020204" pitchFamily="34" charset="0"/>
              </a:rPr>
              <a:t> of the door connecting wirelessly in our </a:t>
            </a:r>
            <a:r>
              <a:rPr lang="en-US" dirty="0" err="1">
                <a:solidFill>
                  <a:srgbClr val="323232"/>
                </a:solidFill>
                <a:latin typeface="Arial" panose="020B0604020202020204" pitchFamily="34" charset="0"/>
                <a:ea typeface="Times New Roman" panose="02020603050405020304" pitchFamily="18" charset="0"/>
                <a:cs typeface="Arial" panose="020B0604020202020204" pitchFamily="34" charset="0"/>
              </a:rPr>
              <a:t>phone.Wheather</a:t>
            </a:r>
            <a:r>
              <a:rPr lang="en-US" dirty="0">
                <a:solidFill>
                  <a:srgbClr val="323232"/>
                </a:solidFill>
                <a:latin typeface="Arial" panose="020B0604020202020204" pitchFamily="34" charset="0"/>
                <a:ea typeface="Times New Roman" panose="02020603050405020304" pitchFamily="18" charset="0"/>
                <a:cs typeface="Arial" panose="020B0604020202020204" pitchFamily="34" charset="0"/>
              </a:rPr>
              <a:t> we are at work or in home now we can observe the situation which can be connected with the door sensor. </a:t>
            </a:r>
            <a:endParaRPr lang="en-US" dirty="0">
              <a:solidFill>
                <a:srgbClr val="2F5496"/>
              </a:solidFill>
              <a:latin typeface="Arial" panose="020B0604020202020204" pitchFamily="34" charset="0"/>
              <a:ea typeface="Times New Roman" panose="02020603050405020304" pitchFamily="18" charset="0"/>
              <a:cs typeface="Arial" panose="020B0604020202020204" pitchFamily="34" charset="0"/>
            </a:endParaRPr>
          </a:p>
        </p:txBody>
      </p:sp>
      <p:pic>
        <p:nvPicPr>
          <p:cNvPr id="10" name="Picture 7" descr="A picture containing room, shirt, computer&#10;&#10;Description automatically generated">
            <a:extLst>
              <a:ext uri="{FF2B5EF4-FFF2-40B4-BE49-F238E27FC236}">
                <a16:creationId xmlns:a16="http://schemas.microsoft.com/office/drawing/2014/main" id="{AC93E475-C66D-45A9-9B13-4AD7ADC94890}"/>
              </a:ext>
            </a:extLst>
          </p:cNvPr>
          <p:cNvPicPr>
            <a:picLocks noChangeAspect="1"/>
          </p:cNvPicPr>
          <p:nvPr/>
        </p:nvPicPr>
        <p:blipFill>
          <a:blip r:embed="rId2"/>
          <a:stretch>
            <a:fillRect/>
          </a:stretch>
        </p:blipFill>
        <p:spPr>
          <a:xfrm>
            <a:off x="9172988" y="38063"/>
            <a:ext cx="2772269" cy="1559401"/>
          </a:xfrm>
          <a:prstGeom prst="rect">
            <a:avLst/>
          </a:prstGeom>
        </p:spPr>
      </p:pic>
      <p:pic>
        <p:nvPicPr>
          <p:cNvPr id="11" name="Picture 5" descr="A close up of a logo&#10;&#10;Description automatically generated">
            <a:extLst>
              <a:ext uri="{FF2B5EF4-FFF2-40B4-BE49-F238E27FC236}">
                <a16:creationId xmlns:a16="http://schemas.microsoft.com/office/drawing/2014/main" id="{5F43066F-FADA-4776-99AE-36FEE5391147}"/>
              </a:ext>
            </a:extLst>
          </p:cNvPr>
          <p:cNvPicPr>
            <a:picLocks noChangeAspect="1"/>
          </p:cNvPicPr>
          <p:nvPr/>
        </p:nvPicPr>
        <p:blipFill>
          <a:blip r:embed="rId3"/>
          <a:stretch>
            <a:fillRect/>
          </a:stretch>
        </p:blipFill>
        <p:spPr>
          <a:xfrm>
            <a:off x="9639488" y="2302747"/>
            <a:ext cx="1839267" cy="1867276"/>
          </a:xfrm>
          <a:prstGeom prst="rect">
            <a:avLst/>
          </a:prstGeom>
        </p:spPr>
      </p:pic>
      <p:pic>
        <p:nvPicPr>
          <p:cNvPr id="12" name="Picture 6" descr="A picture containing shape&#10;&#10;Description automatically generated">
            <a:extLst>
              <a:ext uri="{FF2B5EF4-FFF2-40B4-BE49-F238E27FC236}">
                <a16:creationId xmlns:a16="http://schemas.microsoft.com/office/drawing/2014/main" id="{117A9490-25B0-4FBE-9055-1779939F61C9}"/>
              </a:ext>
            </a:extLst>
          </p:cNvPr>
          <p:cNvPicPr>
            <a:picLocks noChangeAspect="1"/>
          </p:cNvPicPr>
          <p:nvPr/>
        </p:nvPicPr>
        <p:blipFill>
          <a:blip r:embed="rId4"/>
          <a:stretch>
            <a:fillRect/>
          </a:stretch>
        </p:blipFill>
        <p:spPr>
          <a:xfrm>
            <a:off x="9916510" y="4875307"/>
            <a:ext cx="1634609" cy="1634609"/>
          </a:xfrm>
          <a:prstGeom prst="rect">
            <a:avLst/>
          </a:prstGeom>
        </p:spPr>
      </p:pic>
    </p:spTree>
    <p:extLst>
      <p:ext uri="{BB962C8B-B14F-4D97-AF65-F5344CB8AC3E}">
        <p14:creationId xmlns:p14="http://schemas.microsoft.com/office/powerpoint/2010/main" val="37168093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E307911-ACDA-4C29-A72B-7973A2B6EBB0}"/>
              </a:ext>
            </a:extLst>
          </p:cNvPr>
          <p:cNvSpPr txBox="1"/>
          <p:nvPr/>
        </p:nvSpPr>
        <p:spPr>
          <a:xfrm>
            <a:off x="78827" y="4537059"/>
            <a:ext cx="9096703" cy="1754326"/>
          </a:xfrm>
          <a:prstGeom prst="rect">
            <a:avLst/>
          </a:prstGeom>
          <a:noFill/>
        </p:spPr>
        <p:txBody>
          <a:bodyPr wrap="square" rtlCol="0">
            <a:spAutoFit/>
          </a:bodyPr>
          <a:lstStyle/>
          <a:p>
            <a:r>
              <a:rPr lang="de-DE" b="1" dirty="0">
                <a:latin typeface="Arial" panose="020B0604020202020204" pitchFamily="34" charset="0"/>
                <a:cs typeface="Arial" panose="020B0604020202020204" pitchFamily="34" charset="0"/>
              </a:rPr>
              <a:t>10.Pest control</a:t>
            </a:r>
          </a:p>
          <a:p>
            <a:r>
              <a:rPr lang="de-DE" dirty="0">
                <a:latin typeface="Arial" panose="020B0604020202020204" pitchFamily="34" charset="0"/>
                <a:cs typeface="Arial" panose="020B0604020202020204" pitchFamily="34" charset="0"/>
              </a:rPr>
              <a:t>Bugs are one of the biggest enemies of our life.They are like all creatures, but nobody wants them in their home. Bug detection device detects the house bugs like dust mites, weevils, carpet beetles, centipedes, fruit flies, cockroaches etc. This sensor detects their thermal movements and finally recognizes the bug. Then it sends notification to the user and calls for pest control. </a:t>
            </a:r>
            <a:endParaRPr lang="LID4096"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EEA48561-7122-4EB2-BB2F-A7971676E677}"/>
              </a:ext>
            </a:extLst>
          </p:cNvPr>
          <p:cNvSpPr txBox="1"/>
          <p:nvPr/>
        </p:nvSpPr>
        <p:spPr>
          <a:xfrm>
            <a:off x="78827" y="2320941"/>
            <a:ext cx="12013324" cy="1559401"/>
          </a:xfrm>
          <a:prstGeom prst="rect">
            <a:avLst/>
          </a:prstGeom>
          <a:noFill/>
        </p:spPr>
        <p:txBody>
          <a:bodyPr wrap="square">
            <a:spAutoFit/>
          </a:bodyPr>
          <a:lstStyle/>
          <a:p>
            <a:pPr marL="0" marR="0" fontAlgn="base">
              <a:lnSpc>
                <a:spcPct val="107000"/>
              </a:lnSpc>
              <a:spcBef>
                <a:spcPts val="0"/>
              </a:spcBef>
              <a:spcAft>
                <a:spcPts val="0"/>
              </a:spcAft>
            </a:pPr>
            <a:r>
              <a:rPr lang="en-US" sz="1800" b="1" dirty="0">
                <a:solidFill>
                  <a:srgbClr val="323232"/>
                </a:solidFill>
                <a:effectLst/>
                <a:latin typeface="Arial" panose="020B0604020202020204" pitchFamily="34" charset="0"/>
                <a:ea typeface="Times New Roman" panose="02020603050405020304" pitchFamily="18" charset="0"/>
                <a:cs typeface="Arial" panose="020B0604020202020204" pitchFamily="34" charset="0"/>
              </a:rPr>
              <a:t>8. Intercom/hub</a:t>
            </a:r>
          </a:p>
          <a:p>
            <a:pPr marL="0" marR="0" fontAlgn="base">
              <a:lnSpc>
                <a:spcPct val="107000"/>
              </a:lnSpc>
              <a:spcBef>
                <a:spcPts val="0"/>
              </a:spcBef>
              <a:spcAft>
                <a:spcPts val="0"/>
              </a:spcAft>
            </a:pPr>
            <a:r>
              <a:rPr lang="en-US" dirty="0">
                <a:solidFill>
                  <a:srgbClr val="323232"/>
                </a:solidFill>
                <a:latin typeface="Arial" panose="020B0604020202020204" pitchFamily="34" charset="0"/>
                <a:ea typeface="Times New Roman" panose="02020603050405020304" pitchFamily="18" charset="0"/>
                <a:cs typeface="Arial" panose="020B0604020202020204" pitchFamily="34" charset="0"/>
              </a:rPr>
              <a:t>If we have set all the necessary smart sensors we need a device to control all the sensors from one place. The hub and intercom allows us to modify all </a:t>
            </a:r>
            <a:r>
              <a:rPr lang="en-US" dirty="0" err="1">
                <a:solidFill>
                  <a:srgbClr val="323232"/>
                </a:solidFill>
                <a:latin typeface="Arial" panose="020B0604020202020204" pitchFamily="34" charset="0"/>
                <a:ea typeface="Times New Roman" panose="02020603050405020304" pitchFamily="18" charset="0"/>
                <a:cs typeface="Arial" panose="020B0604020202020204" pitchFamily="34" charset="0"/>
              </a:rPr>
              <a:t>sensorsand</a:t>
            </a:r>
            <a:r>
              <a:rPr lang="en-US" dirty="0">
                <a:solidFill>
                  <a:srgbClr val="323232"/>
                </a:solidFill>
                <a:latin typeface="Arial" panose="020B0604020202020204" pitchFamily="34" charset="0"/>
                <a:ea typeface="Times New Roman" panose="02020603050405020304" pitchFamily="18" charset="0"/>
                <a:cs typeface="Arial" panose="020B0604020202020204" pitchFamily="34" charset="0"/>
              </a:rPr>
              <a:t> mains a communication system all over house. It can be set to call for </a:t>
            </a:r>
            <a:r>
              <a:rPr lang="en-US" dirty="0" err="1">
                <a:solidFill>
                  <a:srgbClr val="323232"/>
                </a:solidFill>
                <a:latin typeface="Arial" panose="020B0604020202020204" pitchFamily="34" charset="0"/>
                <a:ea typeface="Times New Roman" panose="02020603050405020304" pitchFamily="18" charset="0"/>
                <a:cs typeface="Arial" panose="020B0604020202020204" pitchFamily="34" charset="0"/>
              </a:rPr>
              <a:t>for</a:t>
            </a:r>
            <a:r>
              <a:rPr lang="en-US" dirty="0">
                <a:solidFill>
                  <a:srgbClr val="323232"/>
                </a:solidFill>
                <a:latin typeface="Arial" panose="020B0604020202020204" pitchFamily="34" charset="0"/>
                <a:ea typeface="Times New Roman" panose="02020603050405020304" pitchFamily="18" charset="0"/>
                <a:cs typeface="Arial" panose="020B0604020202020204" pitchFamily="34" charset="0"/>
              </a:rPr>
              <a:t> services, emergency or repairs if particular sensor updates about any damage. We can control our house staying away. It’s like communicating with the house and also can take necessary actions</a:t>
            </a:r>
            <a:endParaRPr lang="en-US" sz="1800" dirty="0">
              <a:solidFill>
                <a:srgbClr val="2F5496"/>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5" name="TextBox 4">
            <a:extLst>
              <a:ext uri="{FF2B5EF4-FFF2-40B4-BE49-F238E27FC236}">
                <a16:creationId xmlns:a16="http://schemas.microsoft.com/office/drawing/2014/main" id="{9DB5B5FE-6E17-4B1A-AAAB-4E993ECD57CA}"/>
              </a:ext>
            </a:extLst>
          </p:cNvPr>
          <p:cNvSpPr txBox="1"/>
          <p:nvPr/>
        </p:nvSpPr>
        <p:spPr>
          <a:xfrm>
            <a:off x="78827" y="188292"/>
            <a:ext cx="8939048" cy="1200329"/>
          </a:xfrm>
          <a:prstGeom prst="rect">
            <a:avLst/>
          </a:prstGeom>
          <a:noFill/>
        </p:spPr>
        <p:txBody>
          <a:bodyPr wrap="square">
            <a:spAutoFit/>
          </a:bodyPr>
          <a:lstStyle/>
          <a:p>
            <a:r>
              <a:rPr lang="en-US" b="1" dirty="0">
                <a:solidFill>
                  <a:srgbClr val="323232"/>
                </a:solidFill>
                <a:latin typeface="Arial" panose="020B0604020202020204" pitchFamily="34" charset="0"/>
                <a:ea typeface="Calibri" panose="020F0502020204030204" pitchFamily="34" charset="0"/>
                <a:cs typeface="Arial" panose="020B0604020202020204" pitchFamily="34" charset="0"/>
              </a:rPr>
              <a:t>7.</a:t>
            </a:r>
            <a:r>
              <a:rPr lang="en-US" sz="1800" b="1" dirty="0">
                <a:solidFill>
                  <a:srgbClr val="323232"/>
                </a:solidFill>
                <a:effectLst/>
                <a:latin typeface="Arial" panose="020B0604020202020204" pitchFamily="34" charset="0"/>
                <a:ea typeface="Calibri" panose="020F0502020204030204" pitchFamily="34" charset="0"/>
                <a:cs typeface="Arial" panose="020B0604020202020204" pitchFamily="34" charset="0"/>
              </a:rPr>
              <a:t>Smart garage door</a:t>
            </a:r>
          </a:p>
          <a:p>
            <a:r>
              <a:rPr lang="en-US" dirty="0">
                <a:solidFill>
                  <a:srgbClr val="323232"/>
                </a:solidFill>
                <a:latin typeface="Arial" panose="020B0604020202020204" pitchFamily="34" charset="0"/>
                <a:cs typeface="Arial" panose="020B0604020202020204" pitchFamily="34" charset="0"/>
              </a:rPr>
              <a:t>Smart garage door sensors has </a:t>
            </a:r>
            <a:r>
              <a:rPr lang="en-US" dirty="0" err="1">
                <a:solidFill>
                  <a:srgbClr val="323232"/>
                </a:solidFill>
                <a:latin typeface="Arial" panose="020B0604020202020204" pitchFamily="34" charset="0"/>
                <a:cs typeface="Arial" panose="020B0604020202020204" pitchFamily="34" charset="0"/>
              </a:rPr>
              <a:t>amaizing</a:t>
            </a:r>
            <a:r>
              <a:rPr lang="en-US" dirty="0">
                <a:solidFill>
                  <a:srgbClr val="323232"/>
                </a:solidFill>
                <a:latin typeface="Arial" panose="020B0604020202020204" pitchFamily="34" charset="0"/>
                <a:cs typeface="Arial" panose="020B0604020202020204" pitchFamily="34" charset="0"/>
              </a:rPr>
              <a:t> functionalities. It can open and close by detecting our vehicle </a:t>
            </a:r>
            <a:r>
              <a:rPr lang="en-US" dirty="0" err="1">
                <a:solidFill>
                  <a:srgbClr val="323232"/>
                </a:solidFill>
                <a:latin typeface="Arial" panose="020B0604020202020204" pitchFamily="34" charset="0"/>
                <a:cs typeface="Arial" panose="020B0604020202020204" pitchFamily="34" charset="0"/>
              </a:rPr>
              <a:t>appearences</a:t>
            </a:r>
            <a:r>
              <a:rPr lang="en-US" dirty="0">
                <a:solidFill>
                  <a:srgbClr val="323232"/>
                </a:solidFill>
                <a:latin typeface="Arial" panose="020B0604020202020204" pitchFamily="34" charset="0"/>
                <a:cs typeface="Arial" panose="020B0604020202020204" pitchFamily="34" charset="0"/>
              </a:rPr>
              <a:t> and also can be </a:t>
            </a:r>
            <a:r>
              <a:rPr lang="en-US" dirty="0" err="1">
                <a:solidFill>
                  <a:srgbClr val="323232"/>
                </a:solidFill>
                <a:latin typeface="Arial" panose="020B0604020202020204" pitchFamily="34" charset="0"/>
                <a:cs typeface="Arial" panose="020B0604020202020204" pitchFamily="34" charset="0"/>
              </a:rPr>
              <a:t>contriled</a:t>
            </a:r>
            <a:r>
              <a:rPr lang="en-US" dirty="0">
                <a:solidFill>
                  <a:srgbClr val="323232"/>
                </a:solidFill>
                <a:latin typeface="Arial" panose="020B0604020202020204" pitchFamily="34" charset="0"/>
                <a:cs typeface="Arial" panose="020B0604020202020204" pitchFamily="34" charset="0"/>
              </a:rPr>
              <a:t> by wi-fi through our </a:t>
            </a:r>
            <a:r>
              <a:rPr lang="en-US" dirty="0" err="1">
                <a:solidFill>
                  <a:srgbClr val="323232"/>
                </a:solidFill>
                <a:latin typeface="Arial" panose="020B0604020202020204" pitchFamily="34" charset="0"/>
                <a:cs typeface="Arial" panose="020B0604020202020204" pitchFamily="34" charset="0"/>
              </a:rPr>
              <a:t>phonee</a:t>
            </a:r>
            <a:r>
              <a:rPr lang="en-US" dirty="0">
                <a:solidFill>
                  <a:srgbClr val="323232"/>
                </a:solidFill>
                <a:latin typeface="Arial" panose="020B0604020202020204" pitchFamily="34" charset="0"/>
                <a:cs typeface="Arial" panose="020B0604020202020204" pitchFamily="34" charset="0"/>
              </a:rPr>
              <a:t>.</a:t>
            </a:r>
            <a:endParaRPr lang="LID4096" dirty="0">
              <a:latin typeface="Arial" panose="020B0604020202020204" pitchFamily="34" charset="0"/>
              <a:cs typeface="Arial" panose="020B0604020202020204" pitchFamily="34" charset="0"/>
            </a:endParaRPr>
          </a:p>
        </p:txBody>
      </p:sp>
      <p:pic>
        <p:nvPicPr>
          <p:cNvPr id="6" name="Picture 8" descr="A picture containing baseball&#10;&#10;Description automatically generated">
            <a:extLst>
              <a:ext uri="{FF2B5EF4-FFF2-40B4-BE49-F238E27FC236}">
                <a16:creationId xmlns:a16="http://schemas.microsoft.com/office/drawing/2014/main" id="{44EA639E-C161-42C0-BE53-036B392B83B8}"/>
              </a:ext>
            </a:extLst>
          </p:cNvPr>
          <p:cNvPicPr>
            <a:picLocks noChangeAspect="1"/>
          </p:cNvPicPr>
          <p:nvPr/>
        </p:nvPicPr>
        <p:blipFill>
          <a:blip r:embed="rId2"/>
          <a:stretch>
            <a:fillRect/>
          </a:stretch>
        </p:blipFill>
        <p:spPr>
          <a:xfrm>
            <a:off x="9285890" y="0"/>
            <a:ext cx="2377677" cy="1645353"/>
          </a:xfrm>
          <a:prstGeom prst="rect">
            <a:avLst/>
          </a:prstGeom>
        </p:spPr>
      </p:pic>
      <p:pic>
        <p:nvPicPr>
          <p:cNvPr id="8" name="Picture 7">
            <a:extLst>
              <a:ext uri="{FF2B5EF4-FFF2-40B4-BE49-F238E27FC236}">
                <a16:creationId xmlns:a16="http://schemas.microsoft.com/office/drawing/2014/main" id="{891C4730-DD89-4A7E-9132-9D57DF8E4061}"/>
              </a:ext>
            </a:extLst>
          </p:cNvPr>
          <p:cNvPicPr>
            <a:picLocks noChangeAspect="1"/>
          </p:cNvPicPr>
          <p:nvPr/>
        </p:nvPicPr>
        <p:blipFill rotWithShape="1">
          <a:blip r:embed="rId3">
            <a:extLst>
              <a:ext uri="{28A0092B-C50C-407E-A947-70E740481C1C}">
                <a14:useLocalDpi xmlns:a14="http://schemas.microsoft.com/office/drawing/2010/main" val="0"/>
              </a:ext>
            </a:extLst>
          </a:blip>
          <a:srcRect l="17566" t="6468" r="18183" b="4152"/>
          <a:stretch/>
        </p:blipFill>
        <p:spPr>
          <a:xfrm>
            <a:off x="9285890" y="4254225"/>
            <a:ext cx="2087995" cy="2319995"/>
          </a:xfrm>
          <a:prstGeom prst="rect">
            <a:avLst/>
          </a:prstGeom>
        </p:spPr>
      </p:pic>
    </p:spTree>
    <p:extLst>
      <p:ext uri="{BB962C8B-B14F-4D97-AF65-F5344CB8AC3E}">
        <p14:creationId xmlns:p14="http://schemas.microsoft.com/office/powerpoint/2010/main" val="25007948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689</Words>
  <Application>Microsoft Office PowerPoint</Application>
  <PresentationFormat>Widescreen</PresentationFormat>
  <Paragraphs>19</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Abdullah Al Forkan</dc:creator>
  <cp:lastModifiedBy>Abdullah Al Forkan</cp:lastModifiedBy>
  <cp:revision>21</cp:revision>
  <dcterms:created xsi:type="dcterms:W3CDTF">2020-12-01T02:12:18Z</dcterms:created>
  <dcterms:modified xsi:type="dcterms:W3CDTF">2020-12-02T22:07:20Z</dcterms:modified>
</cp:coreProperties>
</file>